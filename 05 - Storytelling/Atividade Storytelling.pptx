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DM Serif Display" charset="1" panose="00000000000000000000"/>
      <p:regular r:id="rId9"/>
    </p:embeddedFont>
    <p:embeddedFont>
      <p:font typeface="Open Sauce" charset="1" panose="00000500000000000000"/>
      <p:regular r:id="rId10"/>
    </p:embeddedFont>
    <p:embeddedFont>
      <p:font typeface="Open Sauce Bold" charset="1" panose="000008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33178" y="2689860"/>
            <a:ext cx="962164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Storytelling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13269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EXERCÍCIO PRÁTICO DE SEU USO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Tierry Souza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404953" y="2891374"/>
            <a:ext cx="8307875" cy="53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ticket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mé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se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man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ev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lon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do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66399" y="2760562"/>
            <a:ext cx="909958" cy="909958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193816" y="2858671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04953" y="3996909"/>
            <a:ext cx="13971013" cy="1096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nto o número de vendas finalizadas dimin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mé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32%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a partir de Maio.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93816" y="4108670"/>
            <a:ext cx="909958" cy="9099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30759" y="4206780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04953" y="5666475"/>
            <a:ext cx="13971013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Conseque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me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aum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entando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 número de cliente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que abandon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 ca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nho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 55%.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230759" y="5780775"/>
            <a:ext cx="909958" cy="90995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58176" y="5878884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6399" y="1233825"/>
            <a:ext cx="8928650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Análise com Storytelling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2404953" y="7452562"/>
            <a:ext cx="13971013" cy="2219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Esse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aument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de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es que abandonam o carrinho de compras se deu pois o valor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médio de frete subiu cerca de 52%, fazendo com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que os clie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nte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opt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em po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não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fi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alizar a compra ao ver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valor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 frete no carrinho.</a:t>
            </a:r>
          </a:p>
          <a:p>
            <a:pPr algn="l" marL="0" indent="0" lvl="0">
              <a:lnSpc>
                <a:spcPts val="4479"/>
              </a:lnSpc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193816" y="7566862"/>
            <a:ext cx="909958" cy="90995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21234" y="7664971"/>
            <a:ext cx="817023" cy="608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20"/>
              </a:lnSpc>
            </a:pPr>
            <a:r>
              <a:rPr lang="en-US" b="true" sz="32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2783126"/>
            <a:ext cx="16230600" cy="6216416"/>
            <a:chOff x="0" y="0"/>
            <a:chExt cx="14497620" cy="55526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497619" cy="5552675"/>
            </a:xfrm>
            <a:custGeom>
              <a:avLst/>
              <a:gdLst/>
              <a:ahLst/>
              <a:cxnLst/>
              <a:rect r="r" b="b" t="t" l="l"/>
              <a:pathLst>
                <a:path h="5552675" w="14497619">
                  <a:moveTo>
                    <a:pt x="7120" y="0"/>
                  </a:moveTo>
                  <a:lnTo>
                    <a:pt x="14490498" y="0"/>
                  </a:lnTo>
                  <a:cubicBezTo>
                    <a:pt x="14494432" y="0"/>
                    <a:pt x="14497619" y="3188"/>
                    <a:pt x="14497619" y="7120"/>
                  </a:cubicBezTo>
                  <a:lnTo>
                    <a:pt x="14497619" y="5545555"/>
                  </a:lnTo>
                  <a:cubicBezTo>
                    <a:pt x="14497619" y="5547443"/>
                    <a:pt x="14496869" y="5549254"/>
                    <a:pt x="14495534" y="5550589"/>
                  </a:cubicBezTo>
                  <a:cubicBezTo>
                    <a:pt x="14494197" y="5551924"/>
                    <a:pt x="14492387" y="5552675"/>
                    <a:pt x="14490498" y="5552675"/>
                  </a:cubicBezTo>
                  <a:lnTo>
                    <a:pt x="7120" y="5552675"/>
                  </a:lnTo>
                  <a:cubicBezTo>
                    <a:pt x="5232" y="5552675"/>
                    <a:pt x="3421" y="5551924"/>
                    <a:pt x="2085" y="5550589"/>
                  </a:cubicBezTo>
                  <a:cubicBezTo>
                    <a:pt x="750" y="5549254"/>
                    <a:pt x="0" y="5547443"/>
                    <a:pt x="0" y="5545555"/>
                  </a:cubicBezTo>
                  <a:lnTo>
                    <a:pt x="0" y="7120"/>
                  </a:lnTo>
                  <a:cubicBezTo>
                    <a:pt x="0" y="5232"/>
                    <a:pt x="750" y="3421"/>
                    <a:pt x="2085" y="2085"/>
                  </a:cubicBezTo>
                  <a:cubicBezTo>
                    <a:pt x="3421" y="750"/>
                    <a:pt x="5232" y="0"/>
                    <a:pt x="712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497620" cy="56002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567267" y="3286182"/>
            <a:ext cx="1153465" cy="1215337"/>
          </a:xfrm>
          <a:custGeom>
            <a:avLst/>
            <a:gdLst/>
            <a:ahLst/>
            <a:cxnLst/>
            <a:rect r="r" b="b" t="t" l="l"/>
            <a:pathLst>
              <a:path h="1215337" w="1153465">
                <a:moveTo>
                  <a:pt x="0" y="0"/>
                </a:moveTo>
                <a:lnTo>
                  <a:pt x="1153466" y="0"/>
                </a:lnTo>
                <a:lnTo>
                  <a:pt x="1153466" y="1215338"/>
                </a:lnTo>
                <a:lnTo>
                  <a:pt x="0" y="12153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6399" y="1233825"/>
            <a:ext cx="3822789" cy="1085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Solução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5776" y="4633645"/>
            <a:ext cx="15196447" cy="3905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Para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solucionar o problema, nós criamos um programa de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compu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ado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omatizado qu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é capaz de identificar quais clientes são mai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 prop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ensos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ab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andonarem os carrinhos. Foi real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izado diversos 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testes e ele de cada 10 previsões acertou 9. Isso significa que sempre que o time 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 ma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ket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ng id</a:t>
            </a:r>
            <a:r>
              <a:rPr lang="en-US" sz="2799" strike="noStrike" u="non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entificar um cliente pouco propenso de finalizar a compra que abandonou o carrinho, o programa irá enviar um email com um cupom de desconto para que ele retorne a compra.</a:t>
            </a:r>
          </a:p>
          <a:p>
            <a:pPr algn="ctr" marL="0" indent="0" lvl="0">
              <a:lnSpc>
                <a:spcPts val="447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DAHENPvXGZw</dc:identifier>
  <dcterms:modified xsi:type="dcterms:W3CDTF">2011-08-01T06:04:30Z</dcterms:modified>
  <cp:revision>1</cp:revision>
  <dc:title>Black and White Simple Minimalist Pitch Deck Marketing Presentation</dc:title>
</cp:coreProperties>
</file>